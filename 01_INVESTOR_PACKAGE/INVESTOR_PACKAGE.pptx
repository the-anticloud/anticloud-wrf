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WRF (ACADEMIA_RD)</a:t>
            </a:r>
          </a:p>
          <a:p>
            <a: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WRF is an Anticloud FZ LLE integration of WRF model post-processing for atmospheric research,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Apache 2.0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ACADEMIA_RD.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