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 | Category: ACADEMIA_RD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WRF (WRF model post-processing for atmospheric research),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